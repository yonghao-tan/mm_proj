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57" r:id="rId4"/>
    <p:sldId id="258" r:id="rId5"/>
  </p:sldIdLst>
  <p:sldSz cx="12192000" cy="6858000"/>
  <p:notesSz cx="6858000" cy="9144000"/>
  <p:defaultTextStyle>
    <a:defPPr>
      <a:defRPr lang="zh-Hans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086668-10BE-453D-B894-143C91F768B8}" v="11" dt="2024-01-22T06:24:06.3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 Yonghao" userId="68225fcb-9281-48e2-958e-e8aed3392437" providerId="ADAL" clId="{1F086668-10BE-453D-B894-143C91F768B8}"/>
    <pc:docChg chg="undo redo custSel addSld delSld modSld sldOrd">
      <pc:chgData name="TAN Yonghao" userId="68225fcb-9281-48e2-958e-e8aed3392437" providerId="ADAL" clId="{1F086668-10BE-453D-B894-143C91F768B8}" dt="2024-01-22T06:24:12.567" v="830" actId="20577"/>
      <pc:docMkLst>
        <pc:docMk/>
      </pc:docMkLst>
      <pc:sldChg chg="addSp delSp modSp new mod">
        <pc:chgData name="TAN Yonghao" userId="68225fcb-9281-48e2-958e-e8aed3392437" providerId="ADAL" clId="{1F086668-10BE-453D-B894-143C91F768B8}" dt="2023-12-13T09:28:15.187" v="51" actId="1076"/>
        <pc:sldMkLst>
          <pc:docMk/>
          <pc:sldMk cId="668539528" sldId="256"/>
        </pc:sldMkLst>
        <pc:spChg chg="del">
          <ac:chgData name="TAN Yonghao" userId="68225fcb-9281-48e2-958e-e8aed3392437" providerId="ADAL" clId="{1F086668-10BE-453D-B894-143C91F768B8}" dt="2023-12-13T09:00:06.326" v="1" actId="478"/>
          <ac:spMkLst>
            <pc:docMk/>
            <pc:sldMk cId="668539528" sldId="256"/>
            <ac:spMk id="2" creationId="{FF1F3F32-0697-242E-AA2A-9B090F62F93A}"/>
          </ac:spMkLst>
        </pc:spChg>
        <pc:spChg chg="del">
          <ac:chgData name="TAN Yonghao" userId="68225fcb-9281-48e2-958e-e8aed3392437" providerId="ADAL" clId="{1F086668-10BE-453D-B894-143C91F768B8}" dt="2023-12-13T09:00:06.326" v="1" actId="478"/>
          <ac:spMkLst>
            <pc:docMk/>
            <pc:sldMk cId="668539528" sldId="256"/>
            <ac:spMk id="3" creationId="{8DA3F22E-EF1B-C354-6A16-EEA0806E66BA}"/>
          </ac:spMkLst>
        </pc:spChg>
        <pc:spChg chg="add mod">
          <ac:chgData name="TAN Yonghao" userId="68225fcb-9281-48e2-958e-e8aed3392437" providerId="ADAL" clId="{1F086668-10BE-453D-B894-143C91F768B8}" dt="2023-12-13T09:28:15.187" v="51" actId="1076"/>
          <ac:spMkLst>
            <pc:docMk/>
            <pc:sldMk cId="668539528" sldId="256"/>
            <ac:spMk id="6" creationId="{A6D6649A-EB9E-6A47-84ED-691259D77D04}"/>
          </ac:spMkLst>
        </pc:spChg>
        <pc:picChg chg="add del">
          <ac:chgData name="TAN Yonghao" userId="68225fcb-9281-48e2-958e-e8aed3392437" providerId="ADAL" clId="{1F086668-10BE-453D-B894-143C91F768B8}" dt="2023-12-13T09:27:55.667" v="22" actId="478"/>
          <ac:picMkLst>
            <pc:docMk/>
            <pc:sldMk cId="668539528" sldId="256"/>
            <ac:picMk id="5" creationId="{CBA83A16-496C-B4E0-D73D-B58A11E2F63D}"/>
          </ac:picMkLst>
        </pc:picChg>
      </pc:sldChg>
      <pc:sldChg chg="addSp delSp modSp new mod">
        <pc:chgData name="TAN Yonghao" userId="68225fcb-9281-48e2-958e-e8aed3392437" providerId="ADAL" clId="{1F086668-10BE-453D-B894-143C91F768B8}" dt="2024-01-11T08:15:13.373" v="473" actId="22"/>
        <pc:sldMkLst>
          <pc:docMk/>
          <pc:sldMk cId="950456755" sldId="257"/>
        </pc:sldMkLst>
        <pc:spChg chg="del">
          <ac:chgData name="TAN Yonghao" userId="68225fcb-9281-48e2-958e-e8aed3392437" providerId="ADAL" clId="{1F086668-10BE-453D-B894-143C91F768B8}" dt="2023-12-13T09:00:12.108" v="4" actId="478"/>
          <ac:spMkLst>
            <pc:docMk/>
            <pc:sldMk cId="950456755" sldId="257"/>
            <ac:spMk id="2" creationId="{3C9C6872-F0C3-95CD-AEB0-92C2BF86B28F}"/>
          </ac:spMkLst>
        </pc:spChg>
        <pc:spChg chg="del">
          <ac:chgData name="TAN Yonghao" userId="68225fcb-9281-48e2-958e-e8aed3392437" providerId="ADAL" clId="{1F086668-10BE-453D-B894-143C91F768B8}" dt="2023-12-13T09:00:12.108" v="4" actId="478"/>
          <ac:spMkLst>
            <pc:docMk/>
            <pc:sldMk cId="950456755" sldId="257"/>
            <ac:spMk id="3" creationId="{84A84E7E-3345-2D24-0E07-6233151D9CA5}"/>
          </ac:spMkLst>
        </pc:spChg>
        <pc:picChg chg="del">
          <ac:chgData name="TAN Yonghao" userId="68225fcb-9281-48e2-958e-e8aed3392437" providerId="ADAL" clId="{1F086668-10BE-453D-B894-143C91F768B8}" dt="2024-01-11T08:15:13.173" v="472" actId="478"/>
          <ac:picMkLst>
            <pc:docMk/>
            <pc:sldMk cId="950456755" sldId="257"/>
            <ac:picMk id="3" creationId="{EF2F236C-AA5A-64C3-A76F-F7E5B934506B}"/>
          </ac:picMkLst>
        </pc:picChg>
        <pc:picChg chg="add">
          <ac:chgData name="TAN Yonghao" userId="68225fcb-9281-48e2-958e-e8aed3392437" providerId="ADAL" clId="{1F086668-10BE-453D-B894-143C91F768B8}" dt="2024-01-11T08:15:13.373" v="473" actId="22"/>
          <ac:picMkLst>
            <pc:docMk/>
            <pc:sldMk cId="950456755" sldId="257"/>
            <ac:picMk id="4" creationId="{1BB1693F-79AA-1FF7-6127-49E45E822B1D}"/>
          </ac:picMkLst>
        </pc:picChg>
        <pc:picChg chg="add mod">
          <ac:chgData name="TAN Yonghao" userId="68225fcb-9281-48e2-958e-e8aed3392437" providerId="ADAL" clId="{1F086668-10BE-453D-B894-143C91F768B8}" dt="2023-12-13T09:27:43.340" v="18" actId="1076"/>
          <ac:picMkLst>
            <pc:docMk/>
            <pc:sldMk cId="950456755" sldId="257"/>
            <ac:picMk id="5" creationId="{099FE350-B2EE-8E5C-780C-86FE2EE21A25}"/>
          </ac:picMkLst>
        </pc:picChg>
      </pc:sldChg>
      <pc:sldChg chg="addSp delSp modSp add mod ord">
        <pc:chgData name="TAN Yonghao" userId="68225fcb-9281-48e2-958e-e8aed3392437" providerId="ADAL" clId="{1F086668-10BE-453D-B894-143C91F768B8}" dt="2024-01-22T06:24:12.567" v="830" actId="20577"/>
        <pc:sldMkLst>
          <pc:docMk/>
          <pc:sldMk cId="1050021804" sldId="258"/>
        </pc:sldMkLst>
        <pc:spChg chg="add">
          <ac:chgData name="TAN Yonghao" userId="68225fcb-9281-48e2-958e-e8aed3392437" providerId="ADAL" clId="{1F086668-10BE-453D-B894-143C91F768B8}" dt="2024-01-22T06:24:01.409" v="827"/>
          <ac:spMkLst>
            <pc:docMk/>
            <pc:sldMk cId="1050021804" sldId="258"/>
            <ac:spMk id="2" creationId="{4AC34652-7729-CE94-C2CB-F37B5BAD21BE}"/>
          </ac:spMkLst>
        </pc:spChg>
        <pc:spChg chg="add">
          <ac:chgData name="TAN Yonghao" userId="68225fcb-9281-48e2-958e-e8aed3392437" providerId="ADAL" clId="{1F086668-10BE-453D-B894-143C91F768B8}" dt="2024-01-22T06:24:05.271" v="828"/>
          <ac:spMkLst>
            <pc:docMk/>
            <pc:sldMk cId="1050021804" sldId="258"/>
            <ac:spMk id="3" creationId="{44C601BC-7CE6-A195-F5C6-EAB89CA60348}"/>
          </ac:spMkLst>
        </pc:spChg>
        <pc:spChg chg="add mod">
          <ac:chgData name="TAN Yonghao" userId="68225fcb-9281-48e2-958e-e8aed3392437" providerId="ADAL" clId="{1F086668-10BE-453D-B894-143C91F768B8}" dt="2023-12-13T12:53:49.585" v="317" actId="1076"/>
          <ac:spMkLst>
            <pc:docMk/>
            <pc:sldMk cId="1050021804" sldId="258"/>
            <ac:spMk id="4" creationId="{8CB717B1-CCEA-721C-5E47-C5B62CF6EE74}"/>
          </ac:spMkLst>
        </pc:spChg>
        <pc:spChg chg="add mod">
          <ac:chgData name="TAN Yonghao" userId="68225fcb-9281-48e2-958e-e8aed3392437" providerId="ADAL" clId="{1F086668-10BE-453D-B894-143C91F768B8}" dt="2024-01-22T06:24:12.567" v="830" actId="20577"/>
          <ac:spMkLst>
            <pc:docMk/>
            <pc:sldMk cId="1050021804" sldId="258"/>
            <ac:spMk id="5" creationId="{42CCDD86-9864-8F4A-6A77-BA869F7CF1FA}"/>
          </ac:spMkLst>
        </pc:spChg>
        <pc:picChg chg="add del mod">
          <ac:chgData name="TAN Yonghao" userId="68225fcb-9281-48e2-958e-e8aed3392437" providerId="ADAL" clId="{1F086668-10BE-453D-B894-143C91F768B8}" dt="2024-01-11T08:15:24.765" v="474" actId="478"/>
          <ac:picMkLst>
            <pc:docMk/>
            <pc:sldMk cId="1050021804" sldId="258"/>
            <ac:picMk id="3" creationId="{FC5A4EC2-D845-AACE-7BF9-5961719D84E2}"/>
          </ac:picMkLst>
        </pc:picChg>
      </pc:sldChg>
      <pc:sldChg chg="addSp add del mod">
        <pc:chgData name="TAN Yonghao" userId="68225fcb-9281-48e2-958e-e8aed3392437" providerId="ADAL" clId="{1F086668-10BE-453D-B894-143C91F768B8}" dt="2024-01-03T07:30:05.600" v="462" actId="47"/>
        <pc:sldMkLst>
          <pc:docMk/>
          <pc:sldMk cId="3539927390" sldId="259"/>
        </pc:sldMkLst>
        <pc:picChg chg="add">
          <ac:chgData name="TAN Yonghao" userId="68225fcb-9281-48e2-958e-e8aed3392437" providerId="ADAL" clId="{1F086668-10BE-453D-B894-143C91F768B8}" dt="2023-12-13T09:00:40.104" v="9" actId="22"/>
          <ac:picMkLst>
            <pc:docMk/>
            <pc:sldMk cId="3539927390" sldId="259"/>
            <ac:picMk id="3" creationId="{F56F442E-E9F9-6B43-D985-780C907D1A26}"/>
          </ac:picMkLst>
        </pc:picChg>
      </pc:sldChg>
      <pc:sldChg chg="addSp add del mod">
        <pc:chgData name="TAN Yonghao" userId="68225fcb-9281-48e2-958e-e8aed3392437" providerId="ADAL" clId="{1F086668-10BE-453D-B894-143C91F768B8}" dt="2024-01-03T07:30:06.337" v="463" actId="47"/>
        <pc:sldMkLst>
          <pc:docMk/>
          <pc:sldMk cId="2362064045" sldId="260"/>
        </pc:sldMkLst>
        <pc:picChg chg="add">
          <ac:chgData name="TAN Yonghao" userId="68225fcb-9281-48e2-958e-e8aed3392437" providerId="ADAL" clId="{1F086668-10BE-453D-B894-143C91F768B8}" dt="2023-12-13T09:21:47.778" v="10" actId="22"/>
          <ac:picMkLst>
            <pc:docMk/>
            <pc:sldMk cId="2362064045" sldId="260"/>
            <ac:picMk id="3" creationId="{99D6C0F4-EABC-AE97-CCF7-757087DD4796}"/>
          </ac:picMkLst>
        </pc:picChg>
      </pc:sldChg>
      <pc:sldChg chg="addSp delSp add mod">
        <pc:chgData name="TAN Yonghao" userId="68225fcb-9281-48e2-958e-e8aed3392437" providerId="ADAL" clId="{1F086668-10BE-453D-B894-143C91F768B8}" dt="2024-01-03T07:30:36.381" v="465" actId="22"/>
        <pc:sldMkLst>
          <pc:docMk/>
          <pc:sldMk cId="260785989" sldId="261"/>
        </pc:sldMkLst>
        <pc:picChg chg="add">
          <ac:chgData name="TAN Yonghao" userId="68225fcb-9281-48e2-958e-e8aed3392437" providerId="ADAL" clId="{1F086668-10BE-453D-B894-143C91F768B8}" dt="2024-01-03T07:30:36.381" v="465" actId="22"/>
          <ac:picMkLst>
            <pc:docMk/>
            <pc:sldMk cId="260785989" sldId="261"/>
            <ac:picMk id="3" creationId="{C483BB8A-FD8E-7626-972E-393775D6761E}"/>
          </ac:picMkLst>
        </pc:picChg>
        <pc:picChg chg="del">
          <ac:chgData name="TAN Yonghao" userId="68225fcb-9281-48e2-958e-e8aed3392437" providerId="ADAL" clId="{1F086668-10BE-453D-B894-143C91F768B8}" dt="2024-01-03T07:30:36.183" v="464" actId="478"/>
          <ac:picMkLst>
            <pc:docMk/>
            <pc:sldMk cId="260785989" sldId="261"/>
            <ac:picMk id="5" creationId="{CBA83A16-496C-B4E0-D73D-B58A11E2F63D}"/>
          </ac:picMkLst>
        </pc:picChg>
      </pc:sldChg>
      <pc:sldChg chg="addSp delSp modSp new del mod">
        <pc:chgData name="TAN Yonghao" userId="68225fcb-9281-48e2-958e-e8aed3392437" providerId="ADAL" clId="{1F086668-10BE-453D-B894-143C91F768B8}" dt="2024-01-19T13:27:31.340" v="826" actId="47"/>
        <pc:sldMkLst>
          <pc:docMk/>
          <pc:sldMk cId="577220588" sldId="262"/>
        </pc:sldMkLst>
        <pc:spChg chg="del">
          <ac:chgData name="TAN Yonghao" userId="68225fcb-9281-48e2-958e-e8aed3392437" providerId="ADAL" clId="{1F086668-10BE-453D-B894-143C91F768B8}" dt="2024-01-19T13:20:29.120" v="797" actId="478"/>
          <ac:spMkLst>
            <pc:docMk/>
            <pc:sldMk cId="577220588" sldId="262"/>
            <ac:spMk id="2" creationId="{B69A11F0-81B1-715C-A24B-0E8A725BDE3A}"/>
          </ac:spMkLst>
        </pc:spChg>
        <pc:spChg chg="del">
          <ac:chgData name="TAN Yonghao" userId="68225fcb-9281-48e2-958e-e8aed3392437" providerId="ADAL" clId="{1F086668-10BE-453D-B894-143C91F768B8}" dt="2024-01-19T13:20:29.120" v="797" actId="478"/>
          <ac:spMkLst>
            <pc:docMk/>
            <pc:sldMk cId="577220588" sldId="262"/>
            <ac:spMk id="3" creationId="{F4850C83-80ED-BE2F-2C91-7F0AE3E484AC}"/>
          </ac:spMkLst>
        </pc:spChg>
        <pc:spChg chg="add mod">
          <ac:chgData name="TAN Yonghao" userId="68225fcb-9281-48e2-958e-e8aed3392437" providerId="ADAL" clId="{1F086668-10BE-453D-B894-143C91F768B8}" dt="2024-01-19T13:22:11.997" v="823" actId="20577"/>
          <ac:spMkLst>
            <pc:docMk/>
            <pc:sldMk cId="577220588" sldId="262"/>
            <ac:spMk id="4" creationId="{467F2B02-5D75-C534-35C4-18FE74A9702E}"/>
          </ac:spMkLst>
        </pc:spChg>
        <pc:spChg chg="add mod">
          <ac:chgData name="TAN Yonghao" userId="68225fcb-9281-48e2-958e-e8aed3392437" providerId="ADAL" clId="{1F086668-10BE-453D-B894-143C91F768B8}" dt="2024-01-19T13:22:19.709" v="825" actId="20577"/>
          <ac:spMkLst>
            <pc:docMk/>
            <pc:sldMk cId="577220588" sldId="262"/>
            <ac:spMk id="5" creationId="{7C4EE787-3F0F-9769-BE01-AC55B0EE0BE2}"/>
          </ac:spMkLst>
        </pc:spChg>
      </pc:sldChg>
      <pc:sldChg chg="addSp delSp modSp new del mod">
        <pc:chgData name="TAN Yonghao" userId="68225fcb-9281-48e2-958e-e8aed3392437" providerId="ADAL" clId="{1F086668-10BE-453D-B894-143C91F768B8}" dt="2024-01-16T09:39:32.861" v="513" actId="47"/>
        <pc:sldMkLst>
          <pc:docMk/>
          <pc:sldMk cId="1721762593" sldId="262"/>
        </pc:sldMkLst>
        <pc:spChg chg="del">
          <ac:chgData name="TAN Yonghao" userId="68225fcb-9281-48e2-958e-e8aed3392437" providerId="ADAL" clId="{1F086668-10BE-453D-B894-143C91F768B8}" dt="2024-01-16T09:27:07.634" v="476" actId="478"/>
          <ac:spMkLst>
            <pc:docMk/>
            <pc:sldMk cId="1721762593" sldId="262"/>
            <ac:spMk id="2" creationId="{3672F5B8-0722-C33F-5F9A-68FEF2BDF1AF}"/>
          </ac:spMkLst>
        </pc:spChg>
        <pc:spChg chg="del">
          <ac:chgData name="TAN Yonghao" userId="68225fcb-9281-48e2-958e-e8aed3392437" providerId="ADAL" clId="{1F086668-10BE-453D-B894-143C91F768B8}" dt="2024-01-16T09:27:07.634" v="476" actId="478"/>
          <ac:spMkLst>
            <pc:docMk/>
            <pc:sldMk cId="1721762593" sldId="262"/>
            <ac:spMk id="3" creationId="{72127DC2-79B5-283E-EC63-066EACC13E80}"/>
          </ac:spMkLst>
        </pc:spChg>
        <pc:spChg chg="add mod">
          <ac:chgData name="TAN Yonghao" userId="68225fcb-9281-48e2-958e-e8aed3392437" providerId="ADAL" clId="{1F086668-10BE-453D-B894-143C91F768B8}" dt="2024-01-16T09:27:31.040" v="508" actId="1076"/>
          <ac:spMkLst>
            <pc:docMk/>
            <pc:sldMk cId="1721762593" sldId="262"/>
            <ac:spMk id="4" creationId="{BAFD35DA-24B1-9A86-B2E7-CF49D5D98E1C}"/>
          </ac:spMkLst>
        </pc:spChg>
        <pc:spChg chg="add del mod">
          <ac:chgData name="TAN Yonghao" userId="68225fcb-9281-48e2-958e-e8aed3392437" providerId="ADAL" clId="{1F086668-10BE-453D-B894-143C91F768B8}" dt="2024-01-16T09:39:31.440" v="512" actId="478"/>
          <ac:spMkLst>
            <pc:docMk/>
            <pc:sldMk cId="1721762593" sldId="262"/>
            <ac:spMk id="5" creationId="{84FBF274-E978-F8AE-3599-55CD9FF11598}"/>
          </ac:spMkLst>
        </pc:spChg>
      </pc:sldChg>
    </pc:docChg>
  </pc:docChgLst>
  <pc:docChgLst>
    <pc:chgData name="TAN Yonghao" userId="68225fcb-9281-48e2-958e-e8aed3392437" providerId="ADAL" clId="{B9849AB4-8D1E-4B1B-BABB-9B7B342CDE20}"/>
    <pc:docChg chg="modSld">
      <pc:chgData name="TAN Yonghao" userId="68225fcb-9281-48e2-958e-e8aed3392437" providerId="ADAL" clId="{B9849AB4-8D1E-4B1B-BABB-9B7B342CDE20}" dt="2023-12-17T06:25:20.518" v="84" actId="20577"/>
      <pc:docMkLst>
        <pc:docMk/>
      </pc:docMkLst>
      <pc:sldChg chg="modSp mod">
        <pc:chgData name="TAN Yonghao" userId="68225fcb-9281-48e2-958e-e8aed3392437" providerId="ADAL" clId="{B9849AB4-8D1E-4B1B-BABB-9B7B342CDE20}" dt="2023-12-17T06:25:20.518" v="84" actId="20577"/>
        <pc:sldMkLst>
          <pc:docMk/>
          <pc:sldMk cId="1050021804" sldId="258"/>
        </pc:sldMkLst>
        <pc:spChg chg="mod">
          <ac:chgData name="TAN Yonghao" userId="68225fcb-9281-48e2-958e-e8aed3392437" providerId="ADAL" clId="{B9849AB4-8D1E-4B1B-BABB-9B7B342CDE20}" dt="2023-12-17T06:25:20.518" v="84" actId="20577"/>
          <ac:spMkLst>
            <pc:docMk/>
            <pc:sldMk cId="1050021804" sldId="258"/>
            <ac:spMk id="5" creationId="{42CCDD86-9864-8F4A-6A77-BA869F7CF1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D73B2-720B-4234-A270-D1192D1B2EC4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ans-HK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ans-HK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3C633A-0540-4404-8F12-0A70AA2FB7FE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46508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FF6CF-CF9A-78A6-0C2D-0787E1D02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676F8D-FCA0-5F16-FF60-7EF1B4028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Hans-HK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20438-4C3E-8880-A109-C326FDF64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9DE22F-4FEB-5227-1421-1F465EE23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4BE6BE-05C0-1EAC-0C97-9C822B16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509895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3C7A2-8CB0-D9BB-AC69-47802950B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ED574-76B4-286E-E4C2-B69A1760B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9C920-620E-FE09-F59F-FA219B32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5AB48-7D37-BD3E-D4E1-9FB3A477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4447F9-08A2-9984-76B3-B0618F4AD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1992315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ECA52-8878-DFC9-37C7-F52F63544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246A9A-218F-3796-71AB-D705071C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C4936-6F71-F498-7B67-9E09F2B6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A34A3A-8ECB-13CB-7F9A-58A5A634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3856E-3B21-24F0-B94A-7FC99838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71350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D6D32-FB12-FB28-26F6-9C65CAAD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3CB52-6A33-36F9-B535-2789FC680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77615D-F9A8-1F2B-4706-54C5DD23C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05F7FB-D7A3-D245-E129-5E0A5602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6969C5-E65C-DEF3-8D67-9EBE72AA9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78E3BE-6D3B-31DC-A1DF-3A231AB39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408500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BCAB5-A02A-E34B-1A60-ABE59084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C3C341-D045-E054-DE87-92893EDE4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A27458-CF69-75D3-2FF5-256C1895C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1967A9-1FCD-C83F-C503-CF79104CD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9B436BF-AC25-644F-BE70-AAB207BA7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559235-DB89-EBBA-A140-F4EBAD8F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27D776-4186-B9DA-6AE7-A3AD4B62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F67A7B5-E347-A483-63BC-31750EC8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266591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FE6932-75AD-2A23-08AE-CE04FB54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32B6605-5419-C2CB-3257-6A6EEFAC1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95DFDA0-7797-4A1C-0CFE-C7B063C8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8E9F9AD-9114-8438-5421-2AC56002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348976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74FAC0-DF11-2551-4B41-246E42A5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7D9E7DE-2238-BD8D-D716-A692EB7B1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513DA7-3CB9-01B3-6335-4DB4788F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786194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7D4C8-0F31-1499-7EA5-E3EA74CF4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5CC8CA-0F25-7173-2931-F7C6710C5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B3CA1F-2AC2-486D-ECB6-42366AB7D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118807-7386-355B-48CF-CEFAE1C5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4025EA-84D3-B903-A0B1-A744914BA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89E926-AFF0-3BB9-F074-108156F57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10355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672DD-3E0D-5880-BF2A-030E0200D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5D97B5-DBE2-E1AD-2772-BF49EC75B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ans-HK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000F5B-1BE4-F655-B32C-5367E4417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740B51-4D7D-B308-E19B-84BDA58C4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55A904-270F-3CBC-5A6A-31542F6A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7E9FDA-4BF6-A1BE-C863-6FF6FB5F4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264742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B85E3-038B-ABC7-5361-9B01CF42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2EF4FA-84D4-E1A9-8329-6EE99876FD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E391C-E0E2-5A38-4AFF-B4585FD1A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846598-B134-2092-343C-53B1FCD35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9BB798-85E2-58A6-C5E5-E31AF8051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62195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6EF905-E860-D53A-C664-68586094A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EA820A-CF8C-DF98-963B-00D7920BD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4EB57D-95CB-EB7B-55C1-59981BDFA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BF5945-5284-512E-922C-A98A8488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ans-HK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F5A649-7CE6-470E-4ED0-E5D52723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605514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E88580-C919-883F-650E-21A328717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Hans-HK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8D4DFD-4BA0-7BF5-A59D-DF664DFF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Hans-HK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8FC424-B89A-E39D-27B9-CB31405510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794EE-06D5-48B5-8DA9-EB85EAB8F2D2}" type="datetimeFigureOut">
              <a:rPr lang="zh-Hans-HK" altLang="en-US" smtClean="0"/>
              <a:t>22/1/2024</a:t>
            </a:fld>
            <a:endParaRPr lang="zh-Hans-HK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00773F-55CC-52B8-72F2-0782EF73ED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ans-HK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C48303-663E-5787-200C-6759394AC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5835DE-B9E1-4073-BBF6-D21597D291A5}" type="slidenum">
              <a:rPr lang="zh-Hans-HK" altLang="en-US" smtClean="0"/>
              <a:t>‹#›</a:t>
            </a:fld>
            <a:endParaRPr lang="zh-Hans-HK" altLang="en-US"/>
          </a:p>
        </p:txBody>
      </p:sp>
    </p:spTree>
    <p:extLst>
      <p:ext uri="{BB962C8B-B14F-4D97-AF65-F5344CB8AC3E}">
        <p14:creationId xmlns:p14="http://schemas.microsoft.com/office/powerpoint/2010/main" val="328613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ans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A6D6649A-EB9E-6A47-84ED-691259D77D04}"/>
              </a:ext>
            </a:extLst>
          </p:cNvPr>
          <p:cNvSpPr txBox="1"/>
          <p:nvPr/>
        </p:nvSpPr>
        <p:spPr>
          <a:xfrm>
            <a:off x="4307840" y="2951946"/>
            <a:ext cx="35763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ans-HK" sz="2800" dirty="0"/>
              <a:t>Special PU</a:t>
            </a:r>
          </a:p>
          <a:p>
            <a:pPr algn="ctr"/>
            <a:r>
              <a:rPr lang="en-US" altLang="zh-Hans-HK" sz="2800" dirty="0"/>
              <a:t>Review</a:t>
            </a:r>
            <a:endParaRPr lang="zh-Hans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6853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483BB8A-FD8E-7626-972E-393775D67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35081"/>
            <a:ext cx="12192000" cy="338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BB1693F-79AA-1FF7-6127-49E45E822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032"/>
            <a:ext cx="12192000" cy="604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56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CB717B1-CCEA-721C-5E47-C5B62CF6EE74}"/>
              </a:ext>
            </a:extLst>
          </p:cNvPr>
          <p:cNvSpPr txBox="1"/>
          <p:nvPr/>
        </p:nvSpPr>
        <p:spPr>
          <a:xfrm>
            <a:off x="130807" y="413206"/>
            <a:ext cx="609669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ans-HK" altLang="en-US" dirty="0"/>
              <a:t>Process_time = f(</a:t>
            </a:r>
            <a:r>
              <a:rPr lang="en-US" altLang="zh-Hans-HK" dirty="0"/>
              <a:t>SPU_OP, </a:t>
            </a:r>
            <a:r>
              <a:rPr lang="zh-Hans-HK" altLang="en-US" dirty="0"/>
              <a:t>input_size, parallelism</a:t>
            </a:r>
            <a:r>
              <a:rPr lang="en-US" altLang="zh-Hans-HK" dirty="0"/>
              <a:t>, </a:t>
            </a:r>
            <a:r>
              <a:rPr lang="en-US" altLang="zh-Hans-HK" dirty="0" err="1"/>
              <a:t>rd_latency</a:t>
            </a:r>
            <a:r>
              <a:rPr lang="zh-Hans-HK" altLang="en-US" dirty="0"/>
              <a:t>)</a:t>
            </a:r>
            <a:endParaRPr lang="en-US" altLang="zh-Hans-HK" dirty="0"/>
          </a:p>
          <a:p>
            <a:endParaRPr lang="zh-Hans-HK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CCDD86-9864-8F4A-6A77-BA869F7CF1FA}"/>
              </a:ext>
            </a:extLst>
          </p:cNvPr>
          <p:cNvSpPr txBox="1"/>
          <p:nvPr/>
        </p:nvSpPr>
        <p:spPr>
          <a:xfrm>
            <a:off x="1424277" y="773186"/>
            <a:ext cx="1076772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Hans-HK" altLang="en-US" dirty="0"/>
              <a:t>= f(</a:t>
            </a:r>
            <a:r>
              <a:rPr lang="en-US" altLang="zh-Hans-HK" dirty="0"/>
              <a:t>op (SPU_OP), [y (</a:t>
            </a:r>
            <a:r>
              <a:rPr lang="en-US" altLang="zh-Hans-HK" dirty="0" err="1"/>
              <a:t>matrix_y</a:t>
            </a:r>
            <a:r>
              <a:rPr lang="en-US" altLang="zh-Hans-HK" dirty="0"/>
              <a:t>), x (</a:t>
            </a:r>
            <a:r>
              <a:rPr lang="en-US" altLang="zh-Hans-HK" dirty="0" err="1"/>
              <a:t>matrix_x</a:t>
            </a:r>
            <a:r>
              <a:rPr lang="en-US" altLang="zh-Hans-HK" dirty="0"/>
              <a:t>)] </a:t>
            </a:r>
            <a:r>
              <a:rPr lang="zh-Hans-HK" altLang="en-US" dirty="0"/>
              <a:t>, </a:t>
            </a:r>
            <a:r>
              <a:rPr lang="en-US" altLang="zh-Hans-HK" dirty="0"/>
              <a:t>[</a:t>
            </a:r>
            <a:r>
              <a:rPr lang="en-US" altLang="zh-Hans-HK" dirty="0" err="1"/>
              <a:t>y_p</a:t>
            </a:r>
            <a:r>
              <a:rPr lang="en-US" altLang="zh-Hans-HK" dirty="0"/>
              <a:t> (token </a:t>
            </a:r>
            <a:r>
              <a:rPr lang="zh-Hans-HK" altLang="en-US" dirty="0"/>
              <a:t>parallelism</a:t>
            </a:r>
            <a:r>
              <a:rPr lang="en-US" altLang="zh-Hans-HK" dirty="0"/>
              <a:t>), </a:t>
            </a:r>
            <a:r>
              <a:rPr lang="en-US" altLang="zh-Hans-HK" dirty="0" err="1"/>
              <a:t>x_p</a:t>
            </a:r>
            <a:r>
              <a:rPr lang="en-US" altLang="zh-Hans-HK" dirty="0"/>
              <a:t> (channel parallelism</a:t>
            </a:r>
            <a:r>
              <a:rPr lang="zh-Hans-HK" altLang="en-US" dirty="0"/>
              <a:t>)</a:t>
            </a:r>
            <a:r>
              <a:rPr lang="en-US" altLang="zh-Hans-HK" dirty="0"/>
              <a:t>], r (</a:t>
            </a:r>
            <a:r>
              <a:rPr lang="en-US" altLang="zh-Hans-HK" dirty="0" err="1"/>
              <a:t>rd_latency</a:t>
            </a:r>
            <a:r>
              <a:rPr lang="en-US" altLang="zh-Hans-HK" dirty="0"/>
              <a:t>))</a:t>
            </a:r>
          </a:p>
          <a:p>
            <a:r>
              <a:rPr lang="en-US" altLang="zh-Hans-HK" dirty="0"/>
              <a:t>SoftMax := 1 + 28</a:t>
            </a:r>
            <a:r>
              <a:rPr lang="en-US" altLang="zh-CN" dirty="0"/>
              <a:t>×y/ </a:t>
            </a:r>
            <a:r>
              <a:rPr lang="en-US" altLang="zh-CN" dirty="0" err="1"/>
              <a:t>y_p</a:t>
            </a:r>
            <a:r>
              <a:rPr lang="en-US" altLang="zh-CN" dirty="0"/>
              <a:t> + (3×y/ </a:t>
            </a:r>
            <a:r>
              <a:rPr lang="en-US" altLang="zh-CN" dirty="0" err="1"/>
              <a:t>y_p</a:t>
            </a:r>
            <a:r>
              <a:rPr lang="en-US" altLang="zh-CN" dirty="0"/>
              <a:t>)×(x/ </a:t>
            </a:r>
            <a:r>
              <a:rPr lang="en-US" altLang="zh-CN" dirty="0" err="1"/>
              <a:t>x_p</a:t>
            </a:r>
            <a:r>
              <a:rPr lang="en-US" altLang="zh-Hans-HK" dirty="0"/>
              <a:t> </a:t>
            </a:r>
            <a:r>
              <a:rPr lang="en-US" altLang="zh-CN" dirty="0"/>
              <a:t>-1) + (</a:t>
            </a:r>
            <a:r>
              <a:rPr lang="en-US" altLang="zh-CN" dirty="0" err="1"/>
              <a:t>y_p</a:t>
            </a:r>
            <a:r>
              <a:rPr lang="en-US" altLang="zh-CN" dirty="0"/>
              <a:t> /16)×(r-2) [</a:t>
            </a:r>
            <a:r>
              <a:rPr lang="en-US" altLang="zh-CN" dirty="0" err="1"/>
              <a:t>pwl</a:t>
            </a:r>
            <a:r>
              <a:rPr lang="en-US" altLang="zh-CN" dirty="0"/>
              <a:t> mode]</a:t>
            </a:r>
          </a:p>
          <a:p>
            <a:r>
              <a:rPr lang="en-US" altLang="zh-Hans-HK" dirty="0"/>
              <a:t>SoftMax := 1 + 25</a:t>
            </a:r>
            <a:r>
              <a:rPr lang="en-US" altLang="zh-CN" dirty="0"/>
              <a:t>×y/ </a:t>
            </a:r>
            <a:r>
              <a:rPr lang="en-US" altLang="zh-CN" dirty="0" err="1"/>
              <a:t>y_p</a:t>
            </a:r>
            <a:r>
              <a:rPr lang="en-US" altLang="zh-CN" dirty="0"/>
              <a:t> + (2×y/ </a:t>
            </a:r>
            <a:r>
              <a:rPr lang="en-US" altLang="zh-CN" dirty="0" err="1"/>
              <a:t>y_p</a:t>
            </a:r>
            <a:r>
              <a:rPr lang="en-US" altLang="zh-CN" dirty="0"/>
              <a:t>)×(x/ </a:t>
            </a:r>
            <a:r>
              <a:rPr lang="en-US" altLang="zh-CN" dirty="0" err="1"/>
              <a:t>x_p</a:t>
            </a:r>
            <a:r>
              <a:rPr lang="en-US" altLang="zh-Hans-HK" dirty="0"/>
              <a:t> </a:t>
            </a:r>
            <a:r>
              <a:rPr lang="en-US" altLang="zh-CN" dirty="0"/>
              <a:t>-1) + (</a:t>
            </a:r>
            <a:r>
              <a:rPr lang="en-US" altLang="zh-CN" dirty="0" err="1"/>
              <a:t>y_p</a:t>
            </a:r>
            <a:r>
              <a:rPr lang="en-US" altLang="zh-CN" dirty="0"/>
              <a:t> /16)×(r-2) [</a:t>
            </a:r>
            <a:r>
              <a:rPr lang="en-US" altLang="zh-CN" dirty="0" err="1"/>
              <a:t>lut</a:t>
            </a:r>
            <a:r>
              <a:rPr lang="en-US" altLang="zh-CN" dirty="0"/>
              <a:t> mode]</a:t>
            </a:r>
          </a:p>
          <a:p>
            <a:r>
              <a:rPr lang="en-US" altLang="zh-Hans-HK" dirty="0" err="1"/>
              <a:t>LayerNorm</a:t>
            </a:r>
            <a:r>
              <a:rPr lang="en-US" altLang="zh-Hans-HK" dirty="0"/>
              <a:t> := 1 + 37</a:t>
            </a:r>
            <a:r>
              <a:rPr lang="en-US" altLang="zh-CN" dirty="0"/>
              <a:t>×y/ </a:t>
            </a:r>
            <a:r>
              <a:rPr lang="en-US" altLang="zh-CN" dirty="0" err="1"/>
              <a:t>y_p</a:t>
            </a:r>
            <a:r>
              <a:rPr lang="en-US" altLang="zh-CN" dirty="0"/>
              <a:t> + (2×y/ </a:t>
            </a:r>
            <a:r>
              <a:rPr lang="en-US" altLang="zh-CN" dirty="0" err="1"/>
              <a:t>y_p</a:t>
            </a:r>
            <a:r>
              <a:rPr lang="en-US" altLang="zh-CN" dirty="0"/>
              <a:t>)×(x/ </a:t>
            </a:r>
            <a:r>
              <a:rPr lang="en-US" altLang="zh-CN" dirty="0" err="1"/>
              <a:t>x_p</a:t>
            </a:r>
            <a:r>
              <a:rPr lang="en-US" altLang="zh-Hans-HK" dirty="0"/>
              <a:t> </a:t>
            </a:r>
            <a:r>
              <a:rPr lang="en-US" altLang="zh-CN" dirty="0"/>
              <a:t>-1) + (</a:t>
            </a:r>
            <a:r>
              <a:rPr lang="en-US" altLang="zh-CN" dirty="0" err="1"/>
              <a:t>y_p</a:t>
            </a:r>
            <a:r>
              <a:rPr lang="en-US" altLang="zh-CN" dirty="0"/>
              <a:t> /16)×(r-2)</a:t>
            </a:r>
          </a:p>
          <a:p>
            <a:endParaRPr lang="en-US" altLang="zh-Hans-H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ans-HK" dirty="0"/>
              <a:t>SoftMax := 1 + 28</a:t>
            </a:r>
            <a:r>
              <a:rPr lang="en-US" altLang="zh-CN" dirty="0"/>
              <a:t>×y/16 + (3×y/16)×(x/8</a:t>
            </a:r>
            <a:r>
              <a:rPr lang="en-US" altLang="zh-Hans-HK" dirty="0"/>
              <a:t> </a:t>
            </a:r>
            <a:r>
              <a:rPr lang="en-US" altLang="zh-CN" dirty="0"/>
              <a:t>-1) + (y/16)×(r-2), [</a:t>
            </a:r>
            <a:r>
              <a:rPr lang="en-US" altLang="zh-CN" dirty="0" err="1"/>
              <a:t>pwl</a:t>
            </a:r>
            <a:r>
              <a:rPr lang="en-US" altLang="zh-CN" dirty="0"/>
              <a:t> mode] when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en-US" altLang="zh-CN" dirty="0" err="1"/>
              <a:t>y_p</a:t>
            </a:r>
            <a:r>
              <a:rPr lang="en-US" altLang="zh-CN" dirty="0"/>
              <a:t>, </a:t>
            </a:r>
            <a:r>
              <a:rPr lang="en-US" altLang="zh-CN" dirty="0" err="1"/>
              <a:t>x_p</a:t>
            </a:r>
            <a:r>
              <a:rPr lang="en-US" altLang="zh-CN" dirty="0"/>
              <a:t>] = [16, 8]</a:t>
            </a:r>
            <a:endParaRPr lang="en-US" altLang="zh-Hans-HK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ans-HK" dirty="0"/>
              <a:t>SoftMax := 1 + 25</a:t>
            </a:r>
            <a:r>
              <a:rPr lang="en-US" altLang="zh-CN" dirty="0"/>
              <a:t>×y/16 + (2×y/16)×(x/8</a:t>
            </a:r>
            <a:r>
              <a:rPr lang="en-US" altLang="zh-Hans-HK" dirty="0"/>
              <a:t> </a:t>
            </a:r>
            <a:r>
              <a:rPr lang="en-US" altLang="zh-CN" dirty="0"/>
              <a:t>-1) + (y/16)×(r-2), [</a:t>
            </a:r>
            <a:r>
              <a:rPr lang="en-US" altLang="zh-CN" dirty="0" err="1"/>
              <a:t>lut</a:t>
            </a:r>
            <a:r>
              <a:rPr lang="en-US" altLang="zh-CN" dirty="0"/>
              <a:t> mode] when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en-US" altLang="zh-CN" dirty="0" err="1"/>
              <a:t>y_p</a:t>
            </a:r>
            <a:r>
              <a:rPr lang="en-US" altLang="zh-CN" dirty="0"/>
              <a:t>, </a:t>
            </a:r>
            <a:r>
              <a:rPr lang="en-US" altLang="zh-CN" dirty="0" err="1"/>
              <a:t>x_p</a:t>
            </a:r>
            <a:r>
              <a:rPr lang="en-US" altLang="zh-CN" dirty="0"/>
              <a:t>] = [16, 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Hans-HK" dirty="0" err="1"/>
              <a:t>LayerNorm</a:t>
            </a:r>
            <a:r>
              <a:rPr lang="en-US" altLang="zh-Hans-HK" dirty="0"/>
              <a:t> := 1 + 37</a:t>
            </a:r>
            <a:r>
              <a:rPr lang="en-US" altLang="zh-CN" dirty="0"/>
              <a:t>×y/16 + (2×y/16)×(x/8</a:t>
            </a:r>
            <a:r>
              <a:rPr lang="en-US" altLang="zh-Hans-HK" dirty="0"/>
              <a:t> </a:t>
            </a:r>
            <a:r>
              <a:rPr lang="en-US" altLang="zh-CN" dirty="0"/>
              <a:t>-1) + (y/16)×(r-2), when</a:t>
            </a:r>
            <a:r>
              <a:rPr lang="zh-CN" altLang="en-US" dirty="0"/>
              <a:t> </a:t>
            </a:r>
            <a:r>
              <a:rPr lang="en-US" altLang="zh-CN" dirty="0"/>
              <a:t>[</a:t>
            </a:r>
            <a:r>
              <a:rPr lang="en-US" altLang="zh-CN" dirty="0" err="1"/>
              <a:t>y_p</a:t>
            </a:r>
            <a:r>
              <a:rPr lang="en-US" altLang="zh-CN" dirty="0"/>
              <a:t>, </a:t>
            </a:r>
            <a:r>
              <a:rPr lang="en-US" altLang="zh-CN" dirty="0" err="1"/>
              <a:t>x_p</a:t>
            </a:r>
            <a:r>
              <a:rPr lang="en-US" altLang="zh-CN" dirty="0"/>
              <a:t>] = [16, 8]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dirty="0"/>
              <a:t>Noted that the </a:t>
            </a:r>
            <a:r>
              <a:rPr lang="en-US" altLang="zh-CN" dirty="0" err="1"/>
              <a:t>matrix_x</a:t>
            </a:r>
            <a:r>
              <a:rPr lang="en-US" altLang="zh-CN" dirty="0"/>
              <a:t> should be the value after padding if needed. For example, </a:t>
            </a:r>
            <a:r>
              <a:rPr lang="en-US" altLang="zh-CN" dirty="0" err="1"/>
              <a:t>matrix_x</a:t>
            </a:r>
            <a:r>
              <a:rPr lang="en-US" altLang="zh-CN" dirty="0"/>
              <a:t> composes of </a:t>
            </a:r>
            <a:r>
              <a:rPr lang="en-US" altLang="zh-CN" dirty="0" err="1"/>
              <a:t>matrix_x_h</a:t>
            </a:r>
            <a:r>
              <a:rPr lang="en-US" altLang="zh-CN" dirty="0"/>
              <a:t> and </a:t>
            </a:r>
            <a:r>
              <a:rPr lang="en-US" altLang="zh-CN" dirty="0" err="1"/>
              <a:t>matrix_x_w</a:t>
            </a:r>
            <a:r>
              <a:rPr lang="en-US" altLang="zh-CN" dirty="0"/>
              <a:t> due to transpose. Then, they should be padded to a multiple of 4, so </a:t>
            </a:r>
            <a:r>
              <a:rPr lang="en-US" altLang="zh-CN" dirty="0" err="1"/>
              <a:t>matrix_x</a:t>
            </a:r>
            <a:r>
              <a:rPr lang="en-US" altLang="zh-CN" dirty="0"/>
              <a:t> should be change if needed.</a:t>
            </a:r>
          </a:p>
          <a:p>
            <a:endParaRPr lang="en-US" altLang="zh-CN" dirty="0"/>
          </a:p>
          <a:p>
            <a:endParaRPr lang="en-US" altLang="zh-Hans-HK" dirty="0"/>
          </a:p>
          <a:p>
            <a:endParaRPr lang="zh-Hans-HK" altLang="en-US" dirty="0"/>
          </a:p>
        </p:txBody>
      </p:sp>
    </p:spTree>
    <p:extLst>
      <p:ext uri="{BB962C8B-B14F-4D97-AF65-F5344CB8AC3E}">
        <p14:creationId xmlns:p14="http://schemas.microsoft.com/office/powerpoint/2010/main" val="1050021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402</Words>
  <Application>Microsoft Office PowerPoint</Application>
  <PresentationFormat>宽屏</PresentationFormat>
  <Paragraphs>14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TAN Yonghao</dc:creator>
  <cp:lastModifiedBy>TAN Yonghao</cp:lastModifiedBy>
  <cp:revision>3</cp:revision>
  <dcterms:created xsi:type="dcterms:W3CDTF">2023-12-13T08:59:53Z</dcterms:created>
  <dcterms:modified xsi:type="dcterms:W3CDTF">2024-01-22T06:24:13Z</dcterms:modified>
</cp:coreProperties>
</file>